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bodyPr/>
          <a:p>
            <a:r>
              <a:t>Welcome attendees. Emphasize that all files are rendered client-side with no privacy compromises.</a:t>
            </a:r>
          </a:p>
        </p:txBody>
      </p:sp>
    </p:spTree>
  </p:cSld>
</p:notes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p:cNvPr id="1" name="Title"/>
          <p:nvPr>
            <p:ph type="title"/>
          </p:nvPr>
        </p:nvSpPr>
        <p:txBody>
          <a:bodyPr/>
          <a:p>
            <a:r>
              <a:rPr b="1"/>
              <a:t>ReadSpace Presentation Deck</a:t>
            </a:r>
          </a:p>
        </p:txBody>
      </p:sp>
      <p:sp>
        <p:nvSpPr>
          <p:cNvPr id="2" name="Body"/>
          <p:nvPr/>
        </p:nvSpPr>
        <p:txBody>
          <a:bodyPr/>
          <a:p>
            <a:r>
              <a:t>Welcome to ReadSpace native document and media reader</a:t>
            </a:r>
          </a:p>
          <a:p>
            <a:r>
              <a:t>Supports Markdown, PDF, DOCX, Code, Audio, Video &amp; Slides</a:t>
            </a:r>
          </a:p>
          <a:p>
            <a:r>
              <a:t>Pure client-side zero-latency rendering with offline support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>
          <p:cNvPr id="1" name="Title"/>
          <p:nvPr>
            <p:ph type="title"/>
          </p:nvPr>
        </p:nvSpPr>
        <p:txBody>
          <a:bodyPr/>
          <a:p>
            <a:r>
              <a:rPr b="1"/>
              <a:t>Architecture &amp; Features</a:t>
            </a:r>
          </a:p>
        </p:txBody>
      </p:sp>
      <p:sp>
        <p:nvSpPr>
          <p:cNvPr id="2" name="Body"/>
          <p:nvPr/>
        </p:nvSpPr>
        <p:txBody>
          <a:bodyPr/>
          <a:p>
            <a:r>
              <a:rPr b="1"/>
              <a:t>Background Audio Engine</a:t>
            </a:r>
          </a:p>
          <a:p>
            <a:pPr lvl="1"/>
            <a:r>
              <a:t>Allows listening to lectures while switching between tabs</a:t>
            </a:r>
          </a:p>
          <a:p>
            <a:r>
              <a:rPr b="1"/>
              <a:t>Rich Video Player</a:t>
            </a:r>
          </a:p>
          <a:p>
            <a:pPr lvl="1"/>
            <a:r>
              <a:t>Interactive scrubber, speed controls, PiP, and fullscreen</a:t>
            </a:r>
          </a:p>
          <a:p>
            <a:r>
              <a:rPr b="1"/>
              <a:t>Centered PDF Canvas</a:t>
            </a:r>
          </a:p>
          <a:p>
            <a:pPr lvl="1"/>
            <a:r>
              <a:t>Pages maintain horizontal alignment at all zoom scales (40% - 400%)</a:t>
            </a:r>
          </a:p>
        </p:txBody>
      </p:sp>
    </p:spTree>
  </p:cSld>
</p:sld>
</file>

<file path=ppt/slides/slide3.xml><?xml version="1.0" encoding="UTF-8" standalone="yes"?>
<p:sld xmlns:a="http://schemas.openxmlformats.org/drawingml/2006/main" xmlns:p="http://schemas.openxmlformats.org/presentationml/2006/main">
  <p:cSld>
    <p:spTree>
      <p:sp>
        <p:nvSpPr><p:cNvPr id="1" name="Title"/><p:nvPr><p:ph type="title"/></p:nvPr></p:nvSpPr>
        <p:txBody>
          <a:bodyPr/>
          <a:p><a:r><a:rPr b="1"/><a:t>Seamless Learning Experience</a:t></a:r></a:p>
        </p:txBody>
      </p:sp>
      <p:sp>
        <p:nvSpPr><p:cNvPr id="2" name="Body"/><p:nvPr/></p:nvPr>
        <p:txBody>
          <a:bodyPr/>
          <a:p><a:r><a:t>Organize lecture notes, research slides, and media files in one place</a:t></a:r></a:p>
          <a:p><a:r><a:t>Press F5 or click Present to enter presentation mode</a:t></a:r></a:p>
          <a:p><a:r><a:t>Enjoy study and reading with ReadSpace!</a:t></a:r></a:p>
        </p:txBody>
      </p:sp>
    </p:spTree>
  </p:cSld>
</p:sld>
</file>